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777240"/>
            <a:ext cx="109728" cy="640080"/>
          </a:xfrm>
          <a:prstGeom prst="round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758952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1" dirty="0">
                <a:solidFill>
                  <a:srgbClr val="1A3A5C"/>
                </a:solidFill>
                <a:latin typeface="Montserrat"/>
              </a:rPr>
              <a:t>USFQ </a:t>
            </a:r>
            <a:r>
              <a:rPr lang="es-ES" sz="1200" b="1" dirty="0" err="1">
                <a:solidFill>
                  <a:srgbClr val="1A3A5C"/>
                </a:solidFill>
                <a:latin typeface="Montserrat"/>
              </a:rPr>
              <a:t>DataHub</a:t>
            </a:r>
            <a:endParaRPr sz="1200" b="1" dirty="0">
              <a:solidFill>
                <a:srgbClr val="1A3A5C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A3A5C"/>
                </a:solidFill>
                <a:latin typeface="Montserrat"/>
              </a:rPr>
              <a:t>Análisis Nacional de
Egresos Hospitalarios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D7C8F"/>
                </a:solidFill>
                <a:latin typeface="Montserrat"/>
              </a:rPr>
              <a:t>Perfil Epidemiológico, Productividad y Mortalidad Hospitalaria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822960"/>
            <a:ext cx="1325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87000" y="1005840"/>
            <a:ext cx="1325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0D7C8F"/>
                </a:solidFill>
                <a:latin typeface="Montserrat"/>
              </a:rPr>
              <a:t>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502920" cy="5029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ontserrat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36499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Montserrat"/>
              </a:rPr>
              <a:t>¿Qué hemos consolidado?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657600"/>
            <a:ext cx="7132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3977639"/>
            <a:ext cx="109728" cy="11430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34440" y="4279391"/>
            <a:ext cx="502920" cy="50292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4261103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7C8F"/>
                </a:solidFill>
                <a:latin typeface="Montserrat"/>
              </a:rP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206239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Base nacional depurada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617719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Egresos hospitalarios integrales del MSP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977639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3977639"/>
            <a:ext cx="109728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12280" y="4279391"/>
            <a:ext cx="502920" cy="50292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4261103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3A5C"/>
                </a:solidFill>
                <a:latin typeface="Montserrat"/>
              </a:rPr>
              <a:t>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206239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Clasificación epidemiológica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617719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Estandarización por CIE-10 a nivel cantonal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492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" y="5349240"/>
            <a:ext cx="109728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34440" y="5650992"/>
            <a:ext cx="502920" cy="50292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6327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3A5C"/>
                </a:solidFill>
                <a:latin typeface="Montserrat"/>
              </a:rPr>
              <a:t>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5577840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Integración de datos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20" y="5989320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Información presupuestaria y talento humano (MSP)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3492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92240" y="5349240"/>
            <a:ext cx="109728" cy="11430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12280" y="5650992"/>
            <a:ext cx="502920" cy="50292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56327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7C8F"/>
                </a:solidFill>
                <a:latin typeface="Montserrat"/>
              </a:rP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5577840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Indicadores de desempeño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989320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Construcción de métricas hospitalarias clave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5390" y="6720840"/>
            <a:ext cx="6096304" cy="13716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91440" cy="502920"/>
          </a:xfrm>
          <a:prstGeom prst="round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66751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>
                <a:solidFill>
                  <a:srgbClr val="1A3A5C"/>
                </a:solidFill>
                <a:latin typeface="Montserrat"/>
              </a:rPr>
              <a:t>USFQ </a:t>
            </a:r>
            <a:r>
              <a:rPr lang="es-ES" sz="1100" b="1" dirty="0" err="1">
                <a:solidFill>
                  <a:srgbClr val="1A3A5C"/>
                </a:solidFill>
                <a:latin typeface="Montserrat"/>
              </a:rPr>
              <a:t>DataHub</a:t>
            </a:r>
            <a:endParaRPr lang="es-ES" sz="1100" b="1" dirty="0">
              <a:solidFill>
                <a:srgbClr val="1A3A5C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3A5C"/>
                </a:solidFill>
                <a:latin typeface="Montserrat"/>
              </a:rPr>
              <a:t>Dimensiones del Análisis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C8F"/>
                </a:solidFill>
                <a:latin typeface="Montserrat"/>
              </a:rPr>
              <a:t>¿Qué podemos mostrar hoy?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5349240" cy="73152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D1D5DB"/>
                </a:solidFill>
                <a:latin typeface="Montserrat"/>
              </a:rPr>
              <a:t>🏥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2606040"/>
            <a:ext cx="548640" cy="54864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5877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D7C8F"/>
                </a:solidFill>
                <a:latin typeface="Montserrat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0604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Perfil Epidemiológico Nacional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54680"/>
            <a:ext cx="4434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egresos</a:t>
            </a:r>
            <a:r>
              <a:rPr dirty="0"/>
              <a:t> por </a:t>
            </a:r>
            <a:r>
              <a:rPr dirty="0" err="1"/>
              <a:t>capítulos</a:t>
            </a:r>
            <a:r>
              <a:rPr dirty="0"/>
              <a:t> CIE-10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rPr dirty="0" err="1"/>
              <a:t>Identificación</a:t>
            </a:r>
            <a:r>
              <a:rPr dirty="0"/>
              <a:t> de </a:t>
            </a:r>
            <a:r>
              <a:rPr dirty="0" err="1"/>
              <a:t>cantones</a:t>
            </a:r>
            <a:r>
              <a:rPr dirty="0"/>
              <a:t> con mayor </a:t>
            </a:r>
            <a:r>
              <a:rPr dirty="0" err="1"/>
              <a:t>carga</a:t>
            </a:r>
            <a:r>
              <a:rPr dirty="0"/>
              <a:t> de </a:t>
            </a:r>
            <a:r>
              <a:rPr dirty="0" err="1"/>
              <a:t>enfermedad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rPr dirty="0" err="1"/>
              <a:t>Mapeo</a:t>
            </a:r>
            <a:r>
              <a:rPr dirty="0"/>
              <a:t> de </a:t>
            </a:r>
            <a:r>
              <a:rPr dirty="0" err="1"/>
              <a:t>patologías</a:t>
            </a:r>
            <a:r>
              <a:rPr dirty="0"/>
              <a:t> </a:t>
            </a:r>
            <a:r>
              <a:rPr dirty="0" err="1"/>
              <a:t>asociadas</a:t>
            </a:r>
            <a:r>
              <a:rPr dirty="0"/>
              <a:t> a </a:t>
            </a:r>
            <a:r>
              <a:rPr dirty="0" err="1"/>
              <a:t>síndrome</a:t>
            </a:r>
            <a:r>
              <a:rPr dirty="0"/>
              <a:t> </a:t>
            </a:r>
            <a:r>
              <a:rPr dirty="0" err="1"/>
              <a:t>metabólico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355080" y="228600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286000"/>
            <a:ext cx="5349240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87000" y="23317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D1D5DB"/>
                </a:solidFill>
                <a:latin typeface="Montserrat"/>
              </a:rPr>
              <a:t>📈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2606040"/>
            <a:ext cx="548640" cy="54864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5877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3A5C"/>
                </a:solidFill>
                <a:latin typeface="Montserrat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60604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Producción Hospitalaria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54680"/>
            <a:ext cx="4434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Total de egresos por hospital y territorio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Días promedio de estancia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Productividad por establecimiento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66344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4663440"/>
            <a:ext cx="5349240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47091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D1D5DB"/>
                </a:solidFill>
                <a:latin typeface="Montserrat"/>
              </a:rPr>
              <a:t>🛏️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" y="4983480"/>
            <a:ext cx="548640" cy="54864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4965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3A5C"/>
                </a:solidFill>
                <a:latin typeface="Montserrat"/>
              </a:rPr>
              <a:t>❤️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98348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Mortalidad Hospitalaria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532120"/>
            <a:ext cx="4434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Tasa de mortalidad general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Mortalidad específica por diagnóstico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Comparaciones territoriales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66344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5080" y="4663440"/>
            <a:ext cx="5349240" cy="73152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87000" y="47091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D1D5DB"/>
                </a:solidFill>
                <a:latin typeface="Montserrat"/>
              </a:rPr>
              <a:t>🪙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4983480"/>
            <a:ext cx="548640" cy="548640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4965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D7C8F"/>
                </a:solidFill>
                <a:latin typeface="Montserrat"/>
              </a:rPr>
              <a:t>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98348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ontserrat"/>
              </a:rPr>
              <a:t>Relación Epidemiología – Presupuesto – RRHH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532120"/>
            <a:ext cx="4434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Gasto ejecutado por egreso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Egresos por médico y por cama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Montserrat"/>
              </a:defRPr>
            </a:pPr>
            <a:r>
              <a:t>Identificación de brechas territoriales de eficiencia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20840"/>
            <a:ext cx="6095390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95390" y="6720840"/>
            <a:ext cx="6096304" cy="13716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91440" cy="502920"/>
          </a:xfrm>
          <a:prstGeom prst="round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66751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>
                <a:solidFill>
                  <a:srgbClr val="1A3A5C"/>
                </a:solidFill>
                <a:latin typeface="Montserrat"/>
              </a:rPr>
              <a:t>USFQ </a:t>
            </a:r>
            <a:r>
              <a:rPr lang="es-ES" sz="1100" b="1" dirty="0" err="1">
                <a:solidFill>
                  <a:srgbClr val="1A3A5C"/>
                </a:solidFill>
                <a:latin typeface="Montserrat"/>
              </a:rPr>
              <a:t>DataHub</a:t>
            </a:r>
            <a:endParaRPr lang="es-ES" sz="1100" b="1" dirty="0">
              <a:solidFill>
                <a:srgbClr val="1A3A5C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3A5C"/>
                </a:solidFill>
                <a:latin typeface="Montserrat"/>
              </a:rPr>
              <a:t>Valor 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C8F"/>
                </a:solidFill>
                <a:latin typeface="Montserrat"/>
              </a:rPr>
              <a:t>Colaboración SIME – ADIUM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5440680" cy="109728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2606040"/>
            <a:ext cx="685800" cy="685800"/>
          </a:xfrm>
          <a:prstGeom prst="ellipse">
            <a:avLst/>
          </a:prstGeom>
          <a:solidFill>
            <a:srgbClr val="E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58775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D7C8F"/>
                </a:solidFill>
                <a:latin typeface="Montserrat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57860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Montserrat"/>
              </a:rPr>
              <a:t>Trabajo Conjunto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44368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Montserrat"/>
              </a:rPr>
              <a:t>SIME – ADIUM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3429000"/>
            <a:ext cx="411480" cy="411480"/>
          </a:xfrm>
          <a:prstGeom prst="roundRect">
            <a:avLst/>
          </a:prstGeom>
          <a:solidFill>
            <a:srgbClr val="E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3456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D7C8F"/>
                </a:solidFill>
                <a:latin typeface="Montserrat"/>
              </a:rPr>
              <a:t>🗺️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41071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ontserrat"/>
              </a:rPr>
              <a:t>Mapeo territorial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68503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Pacientes atendidos con síndrome metabólico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206240"/>
            <a:ext cx="411480" cy="411480"/>
          </a:xfrm>
          <a:prstGeom prst="roundRect">
            <a:avLst/>
          </a:prstGeom>
          <a:solidFill>
            <a:srgbClr val="E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42336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D7C8F"/>
                </a:solidFill>
                <a:latin typeface="Montserrat"/>
              </a:rPr>
              <a:t>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8795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ontserrat"/>
              </a:rPr>
              <a:t>Concentración cantonal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6227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Identificación de focos de enfermedades crónicas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4983480"/>
            <a:ext cx="411480" cy="411480"/>
          </a:xfrm>
          <a:prstGeom prst="roundRect">
            <a:avLst/>
          </a:prstGeom>
          <a:solidFill>
            <a:srgbClr val="E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0109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D7C8F"/>
                </a:solidFill>
                <a:latin typeface="Montserrat"/>
              </a:rPr>
              <a:t>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96519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ontserrat"/>
              </a:rPr>
              <a:t>Estimación de demanda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23951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Cálculo indirecto para gestión farmacológica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5760720"/>
            <a:ext cx="411480" cy="411480"/>
          </a:xfrm>
          <a:prstGeom prst="roundRect">
            <a:avLst/>
          </a:prstGeom>
          <a:solidFill>
            <a:srgbClr val="E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788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D7C8F"/>
                </a:solidFill>
                <a:latin typeface="Montserrat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74243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ontserrat"/>
              </a:rPr>
              <a:t>Base técnica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601675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ontserrat"/>
              </a:rPr>
              <a:t>Soporte para planificación estratégica y sanitaria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194560"/>
            <a:ext cx="5440680" cy="429768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858000" y="2606040"/>
            <a:ext cx="685800" cy="685800"/>
          </a:xfrm>
          <a:prstGeom prst="ellipse">
            <a:avLst/>
          </a:prstGeom>
          <a:solidFill>
            <a:srgbClr val="39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258775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ontserrat"/>
              </a:rPr>
              <a:t>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57860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Valor Estratégico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944368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DBFE"/>
                </a:solidFill>
                <a:latin typeface="Montserrat"/>
              </a:rPr>
              <a:t>Impacto del Análisis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429000"/>
            <a:ext cx="411480" cy="411480"/>
          </a:xfrm>
          <a:prstGeom prst="roundRect">
            <a:avLst/>
          </a:prstGeom>
          <a:solidFill>
            <a:srgbClr val="39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3456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ontserrat"/>
              </a:rPr>
              <a:t>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41071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Carga de enfermedad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68503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Montserrat"/>
              </a:rPr>
              <a:t>Identificar la concentración real territorial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206240"/>
            <a:ext cx="411480" cy="411480"/>
          </a:xfrm>
          <a:prstGeom prst="roundRect">
            <a:avLst/>
          </a:prstGeom>
          <a:solidFill>
            <a:srgbClr val="39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42336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ontserrat"/>
              </a:rPr>
              <a:t>⏱️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18795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Eficiencia hospitalaria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46227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Montserrat"/>
              </a:rPr>
              <a:t>Evaluar el desempeño operativo por territorio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4983480"/>
            <a:ext cx="411480" cy="411480"/>
          </a:xfrm>
          <a:prstGeom prst="roundRect">
            <a:avLst/>
          </a:prstGeom>
          <a:solidFill>
            <a:srgbClr val="39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0" y="50109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ontserrat"/>
              </a:rPr>
              <a:t>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496519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Priorización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523951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Montserrat"/>
              </a:rPr>
              <a:t>Intervenciones focalizadas en enfermedades crónicas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0" y="5760720"/>
            <a:ext cx="411480" cy="411480"/>
          </a:xfrm>
          <a:prstGeom prst="roundRect">
            <a:avLst/>
          </a:prstGeom>
          <a:solidFill>
            <a:srgbClr val="39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0" y="5788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ontserrat"/>
              </a:rPr>
              <a:t>⚖️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574243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Toma de decisiones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601675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Montserrat"/>
              </a:rPr>
              <a:t>Sustento presupuestario y comercial con evidencia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282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ontserrat"/>
              </a:rPr>
              <a:t>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245</Words>
  <Application>Microsoft Office PowerPoint</Application>
  <PresentationFormat>Panorámica</PresentationFormat>
  <Paragraphs>79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Montserrat</vt:lpstr>
      <vt:lpstr>Office Theme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Rodrigo López Santos</dc:creator>
  <cp:keywords/>
  <dc:description>generated using python-pptx</dc:description>
  <cp:lastModifiedBy>Rodrigo López Santos</cp:lastModifiedBy>
  <cp:revision>3</cp:revision>
  <dcterms:created xsi:type="dcterms:W3CDTF">2013-01-27T09:14:16Z</dcterms:created>
  <dcterms:modified xsi:type="dcterms:W3CDTF">2026-02-26T19:38:05Z</dcterms:modified>
  <cp:category/>
</cp:coreProperties>
</file>